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Knowledge Graph Fraud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How Advance-RAG explains, prioritizes, and operationalizes fraud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</a:defRPr>
            </a:pPr>
            <a:r>
              <a:t>Presentation scope: Research Chat, Knowledge Map, and Social Registry Dashboard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</a:defRPr>
            </a:pPr>
            <a:r>
              <a:t>Fraud backbone: structured registry data (srsdb.dump -&gt; PostgreSQL -&gt; Neo4j)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Presentation deck with live frontend screenshots |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Data Source Clarity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</a:defRPr>
            </a:pPr>
            <a:r>
              <a:t>Unstructured pipeline: uploaded documents -&gt; Research Chat + Document KG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</a:defRPr>
            </a:pPr>
            <a:r>
              <a:t>Structured pipeline: social registry dump -&gt; graph intelligence -&gt; fraud operations dashboard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</a:defRPr>
            </a:pPr>
            <a:r>
              <a:t>Current fraud detection and triage are primarily powered by the structured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Advance-RAG | KG Fraud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End-to-End Intelligence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743200"/>
            <a:ext cx="1645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Source</a:t>
            </a:r>
          </a:p>
          <a:p>
            <a:r>
              <a:t>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2743200"/>
            <a:ext cx="1645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Ingestion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743200"/>
            <a:ext cx="1645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Knowledge</a:t>
            </a:r>
          </a:p>
          <a:p>
            <a:r>
              <a:t>Graph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743200"/>
            <a:ext cx="1645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Rules +</a:t>
            </a:r>
          </a:p>
          <a:p>
            <a:r>
              <a:t>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743200"/>
            <a:ext cx="1645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APIs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743200"/>
            <a:ext cx="1645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Operations</a:t>
            </a:r>
          </a:p>
          <a:p>
            <a:r>
              <a:t>UI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86000" y="3310128"/>
            <a:ext cx="9144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023360" y="3310128"/>
            <a:ext cx="9144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60720" y="3310128"/>
            <a:ext cx="1828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589520" y="3310128"/>
            <a:ext cx="1828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418320" y="3310128"/>
            <a:ext cx="1828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Advance-RAG | KG Fraud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How Each Module Helps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</a:defRPr>
            </a:pPr>
            <a:r>
              <a:t>Research Chat: converts graph/document context into grounded investigative narratives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</a:defRPr>
            </a:pPr>
            <a:r>
              <a:t>Knowledge Map: visualizes suspicious entity topology and evidence paths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</a:defRPr>
            </a:pPr>
            <a:r>
              <a:t>Social Registry Dashboard: turns graph signals into triage-ready operational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Advance-RAG | KG Fraud 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Knowledge Map: Graph Explainability in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841248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t>Live KG Screenshot</a:t>
            </a:r>
          </a:p>
        </p:txBody>
      </p:sp>
      <p:pic>
        <p:nvPicPr>
          <p:cNvPr id="6" name="Picture 5" descr="Screenshot 2026-04-20 1236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81328"/>
            <a:ext cx="8193024" cy="48097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98280" y="1828800"/>
            <a:ext cx="28346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Red FraudFlag nodes highlight suspicious entities and clusters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Analysts can visually inspect hub patterns around schemes and beneficiaries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Advance-RAG | KG Fraud Intelligence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Dashboard Analytics: Risk Targeting and Segmentation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6692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5669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t>Geo-Spatial Risk Deployment</a:t>
            </a:r>
          </a:p>
        </p:txBody>
      </p:sp>
      <p:pic>
        <p:nvPicPr>
          <p:cNvPr id="6" name="Picture 5" descr="Screenshot 2026-04-20 1237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72768"/>
            <a:ext cx="5449824" cy="2011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3840480"/>
            <a:ext cx="56692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584448"/>
            <a:ext cx="5669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t>Lifecycle Vulnerability Table</a:t>
            </a:r>
          </a:p>
        </p:txBody>
      </p:sp>
      <p:pic>
        <p:nvPicPr>
          <p:cNvPr id="9" name="Picture 8" descr="Screenshot 2026-04-20 1237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50208"/>
            <a:ext cx="5449824" cy="2194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6520" y="1828800"/>
            <a:ext cx="52120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District-level risk distribution for last-mile targeting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Beneficiary segmentation by lifecycle and vulnerability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Advance-RAG | KG Fraud Intelligence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Intelligence Feed: Real-Time Fraud Signals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6692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5669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t>Duplicate Identity Alerts</a:t>
            </a:r>
          </a:p>
        </p:txBody>
      </p:sp>
      <p:pic>
        <p:nvPicPr>
          <p:cNvPr id="6" name="Picture 5" descr="Screenshot 2026-04-20 1237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72768"/>
            <a:ext cx="5449824" cy="2194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3977639"/>
            <a:ext cx="56692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721607"/>
            <a:ext cx="5669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t>Operator Corruption Alerts (Rule F1)</a:t>
            </a:r>
          </a:p>
        </p:txBody>
      </p:sp>
      <p:pic>
        <p:nvPicPr>
          <p:cNvPr id="9" name="Picture 8" descr="Screenshot 2026-04-20 1238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087368"/>
            <a:ext cx="5449824" cy="2011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6520" y="1828800"/>
            <a:ext cx="52120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Unified feed surfaces confidence-tagged anomaly alerts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Supports rapid prioritization via fraud type and severity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Advance-RAG | KG Fraud Intelligence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Forensic Drill-Down: Operator Audit Workspace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6424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6984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75569"/>
                </a:solidFill>
              </a:defRPr>
            </a:pPr>
            <a:r>
              <a:t>Operator Forensic Audit Modal</a:t>
            </a:r>
          </a:p>
        </p:txBody>
      </p:sp>
      <p:pic>
        <p:nvPicPr>
          <p:cNvPr id="6" name="Picture 5" descr="Screenshot 2026-04-20 1239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3040"/>
            <a:ext cx="1078992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Advance-RAG | KG Fraud Intelligence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How Knowledge Graph Improves Fraud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</a:defRPr>
            </a:pPr>
            <a:r>
              <a:t>Graph features: duplicate edges, DOB clusters, shared identity hubs, operator anomaly rates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</a:defRPr>
            </a:pPr>
            <a:r>
              <a:t>Prediction here is graph-enhanced risk estimation, not opaque black-box only scoring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</a:defRPr>
            </a:pPr>
            <a:r>
              <a:t>Result: stronger precision, better explainability, and lower false-positive operational burden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Advance-RAG | KG Fraud Intelligence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Operational Decision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1463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Alert</a:t>
            </a:r>
          </a:p>
          <a:p>
            <a:r>
              <a:t>Detected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94560" y="3291840"/>
            <a:ext cx="4572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651760" y="2743200"/>
            <a:ext cx="1463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Evidence</a:t>
            </a:r>
          </a:p>
          <a:p>
            <a:r>
              <a:t>Check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3291840"/>
            <a:ext cx="4572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0" y="2743200"/>
            <a:ext cx="1463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Triage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35040" y="3291840"/>
            <a:ext cx="4572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92240" y="2743200"/>
            <a:ext cx="1463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Assign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55280" y="3291840"/>
            <a:ext cx="4572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412480" y="2743200"/>
            <a:ext cx="1463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Field</a:t>
            </a:r>
          </a:p>
          <a:p>
            <a:r>
              <a:t>Verify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875520" y="3291840"/>
            <a:ext cx="4572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332720" y="2743200"/>
            <a:ext cx="1463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Close/</a:t>
            </a:r>
          </a:p>
          <a:p>
            <a:r>
              <a:t>Escalate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Advance-RAG | KG Fraud Intelligence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What Users and Leadership 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</a:defRPr>
            </a:pPr>
            <a:r>
              <a:t>Investigators: explainable evidence paths and faster case triage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</a:defRPr>
            </a:pPr>
            <a:r>
              <a:t>Program teams: district and operator-level risk visibility</a:t>
            </a:r>
          </a:p>
          <a:p>
            <a:pPr>
              <a:spcAft>
                <a:spcPts val="800"/>
              </a:spcAft>
              <a:defRPr sz="2000">
                <a:solidFill>
                  <a:srgbClr val="0F172A"/>
                </a:solidFill>
              </a:defRPr>
            </a:pPr>
            <a:r>
              <a:t>Leadership KPIs: precision, false-positive rate, time-to-triage, SLA closure, platform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Advance-RAG | KG Fraud Intelligence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F172A"/>
                </a:solidFill>
              </a:rPr>
              <a:t>Closing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0F172A"/>
                </a:solidFill>
              </a:defRPr>
            </a:pPr>
            <a:r>
              <a:t>Advance-RAG uses Knowledge Graph as the core explainable intelligence layer for fraud operations.</a:t>
            </a:r>
          </a:p>
          <a:p>
            <a:pPr>
              <a:spcAft>
                <a:spcPts val="800"/>
              </a:spcAft>
              <a:defRPr sz="2200">
                <a:solidFill>
                  <a:srgbClr val="0F172A"/>
                </a:solidFill>
              </a:defRPr>
            </a:pPr>
            <a:r>
              <a:t>The platform unifies detection, visualization, and field-audit action in one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Advance-RAG | Knowledge Graph Fraud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